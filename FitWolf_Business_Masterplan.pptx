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FF2A2A"/>
                </a:solidFill>
                <a:latin typeface="Calibri"/>
              </a:rPr>
              <a:t>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45720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Impact"/>
              </a:rPr>
              <a:t>FITWOLF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234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A2A"/>
                </a:solidFill>
                <a:latin typeface="Calibri"/>
              </a:rPr>
              <a:t>BUSINESS MASTERPLAN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91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Calibri"/>
              </a:rPr>
              <a:t>Gamified Fitness × Revenue Machine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286000"/>
            <a:ext cx="1188720" cy="6400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F0FF"/>
                </a:solidFill>
                <a:latin typeface="Calibri"/>
              </a:rPr>
              <a:t>🎮 GAMING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286000"/>
            <a:ext cx="1188720" cy="6400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FF88"/>
                </a:solidFill>
                <a:latin typeface="Calibri"/>
              </a:rPr>
              <a:t>💪 HEALTH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286000"/>
            <a:ext cx="1188720" cy="6400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B800"/>
                </a:solidFill>
                <a:latin typeface="Calibri"/>
              </a:rPr>
              <a:t>💰 MONEY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alibri"/>
              </a:rPr>
              <a:t>CONFIDENTIAL  ·  v1.0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30303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FitWolf in 90 Seconden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114800" cy="35661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356616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2A2A"/>
                </a:solidFill>
                <a:latin typeface="Calibri"/>
              </a:rPr>
              <a:t>DE VISIE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  <a:latin typeface="Calibri"/>
              </a:rPr>
              <a:t>FitWolf is de eerste fitness-app die Heavy Duty
krachttraining combineert met echte RPG-gamification.
Gebruikers verdienen XP, stijgen in rang (E → S-Rank),
verslaan raid bosses en concurreren in guild rankings —
terwijl ze het sterkste lichaam van hun leven bouwen.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FFFFFF"/>
                </a:solidFill>
                <a:latin typeface="Calibri"/>
              </a:rPr>
              <a:t>"Duolingo voor het gym — maar met een wolf die bloedt."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188720"/>
            <a:ext cx="1828800" cy="1463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92040" y="1188720"/>
            <a:ext cx="18288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280160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FF88"/>
                </a:solidFill>
                <a:latin typeface="Calibri"/>
              </a:rPr>
              <a:t>€37–47/mo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037283"/>
            <a:ext cx="18288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  <a:latin typeface="Calibri"/>
              </a:rPr>
              <a:t>Subscription tiers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2926080"/>
            <a:ext cx="1828800" cy="1463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2040" y="2926080"/>
            <a:ext cx="182880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017520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F0FF"/>
                </a:solidFill>
                <a:latin typeface="Calibri"/>
              </a:rPr>
              <a:t>€15B+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774643"/>
            <a:ext cx="18288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  <a:latin typeface="Calibri"/>
              </a:rPr>
              <a:t>Fitness app markt (2025)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1188720"/>
            <a:ext cx="1828800" cy="1463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118872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280160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B800"/>
                </a:solidFill>
                <a:latin typeface="Calibri"/>
              </a:rPr>
              <a:t>68%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037283"/>
            <a:ext cx="18288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  <a:latin typeface="Calibri"/>
              </a:rPr>
              <a:t>Gemiddeld churn drop
door gamification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2926080"/>
            <a:ext cx="1828800" cy="1463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2926080"/>
            <a:ext cx="1828800" cy="4572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017520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2A2A"/>
                </a:solidFill>
                <a:latin typeface="Calibri"/>
              </a:rPr>
              <a:t>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774643"/>
            <a:ext cx="18288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  <a:latin typeface="Calibri"/>
              </a:rPr>
              <a:t>Dagelijks actieve gebruik
per sessie (target)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30303"/>
                </a:solidFill>
                <a:latin typeface="Calibri"/>
              </a:rPr>
              <a:t>MARKT &amp; KANS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 Perfecte Storm van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697480" cy="35661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697480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F0FF"/>
                </a:solidFill>
                <a:latin typeface="Calibri"/>
              </a:rPr>
              <a:t>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0FF"/>
                </a:solidFill>
                <a:latin typeface="Calibri"/>
              </a:rPr>
              <a:t>GAMIFICATION GOLVEN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78308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Duolingo → 500M users.
MyFitnessPal → $475M exit.
Fitbit → $2.1B Google deal.
Gamified apps groeien
3× sneller dan traditionele.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188720"/>
            <a:ext cx="2697480" cy="35661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1188720"/>
            <a:ext cx="2697480" cy="6400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FF88"/>
                </a:solidFill>
                <a:latin typeface="Calibri"/>
              </a:rPr>
              <a:t>🏋️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325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HEAVY DUTY RENAISSANCE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78308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Mike Mentzer's boeken staan
weer in Amazon top-10.
HD-subreddits +400% YoY.
Niemand bedient deze niche
met een premium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188720"/>
            <a:ext cx="2697480" cy="35661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188720"/>
            <a:ext cx="2697480" cy="6400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B800"/>
                </a:solidFill>
                <a:latin typeface="Calibri"/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325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00"/>
                </a:solidFill>
                <a:latin typeface="Calibri"/>
              </a:rPr>
              <a:t>COMMUNITY-DRIVEN FITNESS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178308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Peloton bewijst: community
retent gebruikers 10× langer.
Guild mechanics + raid bosses
creëren sociale lock-in die
gymabonnementen niet hebben.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68172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303"/>
                </a:solidFill>
                <a:latin typeface="Calibri"/>
              </a:rPr>
              <a:t>⚡  DE OVERLAP VAN DEZE 3 TRENDS = FITWOLF'S MARKTPOSITIE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30303"/>
                </a:solidFill>
                <a:latin typeface="Calibri"/>
              </a:rPr>
              <a:t>PRODUCT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95% Feature-Complete — Klaar voor 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25880"/>
            <a:ext cx="201168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22529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🏋️ STR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41732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PR detectie, Last Time, 3-day 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19072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201168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5564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🥗 VIT Nutrition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947672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Macro calc, maaltijdplanners, AI swaps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49424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2386584"/>
            <a:ext cx="201168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28600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🧠 INT Mindset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478024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Frequency meditation, completion XP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79776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2916936"/>
            <a:ext cx="201168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28163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⚔️ Raid Boss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00837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Guild HP pool, schade per workout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10128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447288"/>
            <a:ext cx="201168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4670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🏆 Rank Systeem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538728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E→S ranks, gated content, XP animaties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40480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" y="3977640"/>
            <a:ext cx="201168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87705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🤝 Guild 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06908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Real-time Firestore, leaderboards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370831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" y="4507992"/>
            <a:ext cx="201168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4407407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🛒 Armory Shop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4599431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Stripe checkout, supplements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1188720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28032" y="1325880"/>
            <a:ext cx="201168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02352" y="122529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📧 Email Flows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02352" y="141732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Onboarding dag 0/3/7/14 Nodemailer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1719072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28032" y="1856231"/>
            <a:ext cx="201168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02352" y="175564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🐺 Referral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2" y="1947672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Unieke codes, invite mails, XP bonus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2249424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28032" y="2386584"/>
            <a:ext cx="201168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02352" y="228600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🎯 Seizoensvents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2" y="2478024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XP multiplier, community milestones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2779776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28032" y="2916936"/>
            <a:ext cx="201168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02352" y="28163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📈 Progressie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02352" y="300837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Per-oefening grafieken, PR trends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3310128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28032" y="3447288"/>
            <a:ext cx="201168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02352" y="334670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💳 Subscription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02352" y="3538728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Stripe, facturen, cancel flow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840480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28032" y="3977640"/>
            <a:ext cx="201168" cy="20116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02352" y="387705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🔔 Toast Notifs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2352" y="406908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RPG-stijl feedback (TODO)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80" y="4370831"/>
            <a:ext cx="402336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828032" y="4507992"/>
            <a:ext cx="201168" cy="201168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02352" y="4407407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🤖 Fenrir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02352" y="4599431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Full chat met user context (Roadmap)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30303"/>
                </a:solidFill>
                <a:latin typeface="Calibri"/>
              </a:rPr>
              <a:t>REVENUE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 Geldstromen — 1 Ecosysteem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011680" cy="35661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" y="1298448"/>
            <a:ext cx="411480" cy="34747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984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0303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53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800"/>
                </a:solidFill>
                <a:latin typeface="Calibri"/>
              </a:rPr>
              <a:t>SUBSCRIPTIONS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Free / Shadow €37 / Wolf €47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1031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MRR-gebaseerd. Tier-gating drijft
upgrade conversie. Shadow bedient
de gemotiveerde hobbyist, Wolf de
nicht-meer-terug-te-houden jager.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188720"/>
            <a:ext cx="2011680" cy="35661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78608" y="1298448"/>
            <a:ext cx="411480" cy="34747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8608" y="12984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0303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1353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F88"/>
                </a:solidFill>
                <a:latin typeface="Calibri"/>
              </a:rPr>
              <a:t>ARMORY (SHOP)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Supplements &amp; gear per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21031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Branded producten + 3rd-party
whitelabel. Directe integratie met
workout context = hogere conversie
dan externe webshops.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1188720"/>
            <a:ext cx="2011680" cy="35661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27448" y="1298448"/>
            <a:ext cx="411480" cy="34747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12984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0303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353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0FF"/>
                </a:solidFill>
                <a:latin typeface="Calibri"/>
              </a:rPr>
              <a:t>GUILD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Seizoensevent tickets &amp; entry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21031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Betaalde community events,
premium raid content, limited
edition cosmetics, community
challenges met prize pools.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1188720"/>
            <a:ext cx="2011680" cy="35661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76288" y="1298448"/>
            <a:ext cx="411480" cy="347472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12984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0303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1353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A2A"/>
                </a:solidFill>
                <a:latin typeface="Calibri"/>
              </a:rPr>
              <a:t>COACHING UPSELL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1-op-1 PT sessies via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21031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Gecertificeerde Heavy Duty PT's
boekbaar vanuit de app. Platform
neemt 20-30% commissie op elke
boeking. Hoge LTV, lage churn.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663440"/>
            <a:ext cx="8503920" cy="3017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B800"/>
                </a:solidFill>
                <a:latin typeface="Calibri"/>
              </a:rPr>
              <a:t>PROJECTIE: 500 betalende users → €20.500 MRR  ·  1.000 users → €42.000 MRR  ·  5.000 users → €225.000 MRR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30303"/>
                </a:solidFill>
                <a:latin typeface="Calibri"/>
              </a:rPr>
              <a:t>CONCURRENTIEVOORDEEL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Gamification als Onneembare Vesting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474720" cy="35661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45720" cy="3566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CONCURRENTEN MISSEN HET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A2A"/>
                </a:solidFill>
                <a:latin typeface="Calibri"/>
              </a:rPr>
              <a:t>✗  MyFitnessPal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8366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Calorie tracker — geen coaching, geen gamification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128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A2A"/>
                </a:solidFill>
                <a:latin typeface="Calibri"/>
              </a:rPr>
              <a:t>✗  Jefit / Strong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50591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Workout logger — geen nutritie, geen community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7977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A2A"/>
                </a:solidFill>
                <a:latin typeface="Calibri"/>
              </a:rPr>
              <a:t>✗  Fitbod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AI workouts — geen verhaal, geen identiteit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467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A2A"/>
                </a:solidFill>
                <a:latin typeface="Calibri"/>
              </a:rPr>
              <a:t>✗  Gymshark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844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Branded content — geen personalisatie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1363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A2A"/>
                </a:solidFill>
                <a:latin typeface="Calibri"/>
              </a:rPr>
              <a:t>✗  Peloton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15137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High cost hardware — niet gym-agnostisch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188720"/>
            <a:ext cx="4572000" cy="35661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188720"/>
            <a:ext cx="45720" cy="356616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2801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A2A"/>
                </a:solidFill>
                <a:latin typeface="Calibri"/>
              </a:rPr>
              <a:t>FITWOLF WINS OP ALLE FRONTEN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1691640"/>
            <a:ext cx="228600" cy="2286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645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🔒 RANK-LOCK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1911095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XP = voortgang = verlies bij opzeggen.
Hoger churn-barrière dan gym contract.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532888"/>
            <a:ext cx="228600" cy="2286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24871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0FF"/>
                </a:solidFill>
                <a:latin typeface="Calibri"/>
              </a:rPr>
              <a:t>🛡️ GUILD SOCIALE LOCK-IN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275234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Je raid team wacht op jou.
Sociale schuld &gt; betaalmuur.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374136"/>
            <a:ext cx="228600" cy="2286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332841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00"/>
                </a:solidFill>
                <a:latin typeface="Calibri"/>
              </a:rPr>
              <a:t>📖 MENTZER NICHE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359359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Diepste HD-training content ter wereld.
Own the philosophy, own the users.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215384"/>
            <a:ext cx="228600" cy="22860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1696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A2A"/>
                </a:solidFill>
                <a:latin typeface="Calibri"/>
              </a:rPr>
              <a:t>🧠 AI +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Gemini kent je gewicht, rank, streak.
Generiekeapps geven generiek advies.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30303"/>
                </a:solidFill>
                <a:latin typeface="Calibri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3 Fasen naar 10.000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697480" cy="36118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69748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618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FASE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5179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0–3 MAANDEN · SEED (0–100 users)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938527"/>
            <a:ext cx="128016" cy="12801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" y="1874519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Soft launch: persoonlijk netwerk + Reddit HD-community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2505456"/>
            <a:ext cx="128016" cy="12801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" y="244144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10 gratis Wolf-abonnementen voor power users (word-of-mouth)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3072384"/>
            <a:ext cx="128016" cy="12801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" y="300837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TikTok: 'mijn 90-dagen Heavy Duty transformatie' series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" y="3639311"/>
            <a:ext cx="128016" cy="12801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" y="3575303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Referral systeem: eerste 100 users brengen volgende 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79" y="4206240"/>
            <a:ext cx="128016" cy="12801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" y="4142231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Weekly Alpha Report screenshots als social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1188720"/>
            <a:ext cx="2697480" cy="36118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4680" y="1188720"/>
            <a:ext cx="269748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12618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  <a:latin typeface="Calibri"/>
              </a:rPr>
              <a:t>FASE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15179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3–9 MAANDEN · GROW (100–2.000 users)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1938527"/>
            <a:ext cx="128016" cy="1280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7288" y="1874519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YouTube: Heavy Duty educational content (SEO-rich)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2505456"/>
            <a:ext cx="128016" cy="1280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7288" y="244144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Instagram/TikTok: Guild raid events als spectator sport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072384"/>
            <a:ext cx="128016" cy="1280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47288" y="300837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Partnership met 3-5 Heavy Duty PT's als brand ambassadors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639311"/>
            <a:ext cx="128016" cy="1280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7288" y="3575303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Seizoensvents lanceren: zomer cut challenge, winter bulk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206240"/>
            <a:ext cx="128016" cy="1280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47288" y="4142231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Paid ads: retargeting bestaande fitness app-gebruikers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1188720"/>
            <a:ext cx="2697480" cy="36118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1188720"/>
            <a:ext cx="2697480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8" y="12618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00"/>
                </a:solidFill>
                <a:latin typeface="Calibri"/>
              </a:rPr>
              <a:t>FASE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9048" y="15179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9–24 MAANDEN · SCALE (2.000–10.000 users)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59" y="1938527"/>
            <a:ext cx="128016" cy="12801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1874519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B2B: Personal trainers verkopen FitWolf aan hun clients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59" y="2505456"/>
            <a:ext cx="128016" cy="12801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81928" y="244144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Corporate wellness: bedrijfsuitdagingen via Guild-systeem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59" y="3072384"/>
            <a:ext cx="128016" cy="12801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1928" y="300837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Licensing: FitWolf White-label voor PT-studios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59" y="3639311"/>
            <a:ext cx="128016" cy="12801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81928" y="3575303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Fenrir AI: premium AI coaching feature (€+10/mo upsell)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59" y="4206240"/>
            <a:ext cx="128016" cy="12801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142231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App stores: App Store / Play Store native 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30303"/>
                </a:solidFill>
                <a:latin typeface="Calibri"/>
              </a:rPr>
              <a:t>GROEI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 FitWolf Content &amp; Community Flywheel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2011680"/>
            <a:ext cx="1463040" cy="114300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057400"/>
            <a:ext cx="1463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🐺
FITWOLF
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005840"/>
            <a:ext cx="1691640" cy="73152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005840"/>
            <a:ext cx="169164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078992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F0FF"/>
                </a:solidFill>
                <a:latin typeface="Calibri"/>
              </a:rPr>
              <a:t>🎯 WORKOUT LOG
→ XP verdienen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005840"/>
            <a:ext cx="1691640" cy="73152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1005840"/>
            <a:ext cx="169164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1078992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FF88"/>
                </a:solidFill>
                <a:latin typeface="Calibri"/>
              </a:rPr>
              <a:t>📸 PROGRESS FOTO
→ Social 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651760"/>
            <a:ext cx="1691640" cy="73152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2651760"/>
            <a:ext cx="169164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2" y="2724912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B800"/>
                </a:solidFill>
                <a:latin typeface="Calibri"/>
              </a:rPr>
              <a:t>🤝 GUILD CHAT
→ Community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840480"/>
            <a:ext cx="1691640" cy="73152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840480"/>
            <a:ext cx="1691640" cy="4572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3913632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2A2A"/>
                </a:solidFill>
                <a:latin typeface="Calibri"/>
              </a:rPr>
              <a:t>🏆 RANK UP
→ Status + flex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840480"/>
            <a:ext cx="1691640" cy="73152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3840480"/>
            <a:ext cx="169164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4752" y="3913632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F0FF"/>
                </a:solidFill>
                <a:latin typeface="Calibri"/>
              </a:rPr>
              <a:t>🔗 REFERRAL
→ Invite vrienden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651760"/>
            <a:ext cx="1691640" cy="73152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2651760"/>
            <a:ext cx="169164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2724912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FF88"/>
                </a:solidFill>
                <a:latin typeface="Calibri"/>
              </a:rPr>
              <a:t>⚔️ RAID BOSS
→ Collectieve goal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526280"/>
            <a:ext cx="45720" cy="41148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553712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Elke actie in de app genereert content → content trekt nieuwe users → nieuwe users vullen de guild → guild gedrag retent bestaande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30303"/>
                </a:solidFill>
                <a:latin typeface="Calibri"/>
              </a:rPr>
              <a:t>90-DAGENPLAN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Van Codebase naar Cashflow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011679" cy="36118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011679" cy="54864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6187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A2A"/>
                </a:solidFill>
                <a:latin typeface="Calibri"/>
              </a:rPr>
              <a:t>WEEK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0876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LAUNCH PREP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901951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874519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Fix kritieke bugs: toast systeem, Gemini proxy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65175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624327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Launch landingspagina live (Vercel/Railway)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401567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374135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PWA manifest + app icon (installeerbaar)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1513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123944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Firebase prod keys, SMTP live, Stripe live mode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1188720"/>
            <a:ext cx="2011679" cy="36118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1188720"/>
            <a:ext cx="2011679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126187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800"/>
                </a:solidFill>
                <a:latin typeface="Calibri"/>
              </a:rPr>
              <a:t>WEEK 3–4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150876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SOFT LAUNCH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1901951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7208" y="1874519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10 beta testers: gratis Wolf access in ruil voor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265175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7208" y="2624327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Eerste 3 TikToks: 'Mijn HD-workout app' transformatie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3401567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7208" y="3374135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Bug-fix sprint op basis van beta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1513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7208" y="4123944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Analytics opzetten: Mixpanel/PostHog events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79" y="1188720"/>
            <a:ext cx="2011679" cy="36118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26279" y="1188720"/>
            <a:ext cx="2011679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19" y="126187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F88"/>
                </a:solidFill>
                <a:latin typeface="Calibri"/>
              </a:rPr>
              <a:t>WEEK 5–8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19" y="150876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EERSTE GROEI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19" y="1901951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0327" y="1874519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Outreach: 5 HD-coaches voor ambassador deal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19" y="265175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0327" y="2624327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Reddit r/workout r/bodybuilding organic posts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19" y="3401567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0327" y="3374135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Eerste betalende users → doel: 50 subs in week 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19" y="41513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0327" y="4123944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Email sequence optimaliseren op open rates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399" y="1188720"/>
            <a:ext cx="2011679" cy="36118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29399" y="1188720"/>
            <a:ext cx="2011679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39" y="126187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0FF"/>
                </a:solidFill>
                <a:latin typeface="Calibri"/>
              </a:rPr>
              <a:t>WEEK 9–12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39" y="150876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SCHAAL &amp; OPTIMALISEER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39" y="1901951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3447" y="1874519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Seizoensevent lanceren: 'Summer Cut Challenge'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39" y="265175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7" y="2624327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Affiliate/referral dashboard voor ambassadors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39" y="3401567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13447" y="3374135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Codex/bibliotheek feature (INT-XP per artikel)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39" y="41513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13447" y="4123944"/>
            <a:ext cx="1554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Target: €2.000 MRR, 50+ actieve guild members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30303"/>
                </a:solidFill>
                <a:latin typeface="Calibri"/>
              </a:rPr>
              <a:t>KPI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Wat We Meten = Wat We Sturen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697480" cy="35661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69748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80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  <a:latin typeface="Calibri"/>
              </a:rPr>
              <a:t>RETENTIE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D7 Retention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984248"/>
            <a:ext cx="1188720" cy="2286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99339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F0FF"/>
                </a:solidFill>
                <a:latin typeface="Calibri"/>
              </a:rPr>
              <a:t>≥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2219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Dag 7 retentie na signup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4963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D30 Retention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" y="2788920"/>
            <a:ext cx="1188720" cy="2286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79806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F0FF"/>
                </a:solidFill>
                <a:latin typeface="Calibri"/>
              </a:rPr>
              <a:t>≥ 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0266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Dag 30 retentie (industry: 10%)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33009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Gem. Streak Lengte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" y="3593592"/>
            <a:ext cx="1188720" cy="2286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60273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F0FF"/>
                </a:solidFill>
                <a:latin typeface="Calibri"/>
              </a:rPr>
              <a:t>≥ 5 dagen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383133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Motivatie-indicator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41056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Wekelijkse Active Users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" y="4398264"/>
            <a:ext cx="1188720" cy="2286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44074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F0FF"/>
                </a:solidFill>
                <a:latin typeface="Calibri"/>
              </a:rPr>
              <a:t>≥ 60% van MAU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63600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Kern gezondheid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1188720"/>
            <a:ext cx="2697480" cy="35661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54680" y="1188720"/>
            <a:ext cx="2697480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64408" y="1280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00"/>
                </a:solidFill>
                <a:latin typeface="Calibri"/>
              </a:rPr>
              <a:t>MONETISATIE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4408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MRR Groei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4408" y="1984248"/>
            <a:ext cx="1188720" cy="2286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4408" y="199339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B800"/>
                </a:solidFill>
                <a:latin typeface="Calibri"/>
              </a:rPr>
              <a:t>≥ 20% MoM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4408" y="22219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Maandelijkse terugkerende omzet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4408" y="24963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Free→Paid Conversie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64408" y="2788920"/>
            <a:ext cx="1188720" cy="2286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64408" y="279806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B800"/>
                </a:solidFill>
                <a:latin typeface="Calibri"/>
              </a:rPr>
              <a:t>≥ 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64408" y="30266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Upgrade drempel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4408" y="33009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Churn 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64408" y="3593592"/>
            <a:ext cx="1188720" cy="2286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64408" y="360273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B800"/>
                </a:solidFill>
                <a:latin typeface="Calibri"/>
              </a:rPr>
              <a:t>≤ 4% per maand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64408" y="383133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Retentie van betalers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4408" y="41056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ARPU (maandelijks)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64408" y="4398264"/>
            <a:ext cx="1188720" cy="2286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64408" y="44074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B800"/>
                </a:solidFill>
                <a:latin typeface="Calibri"/>
              </a:rPr>
              <a:t>≥ €38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64408" y="463600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Gemiddelde omzet per 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9320" y="1188720"/>
            <a:ext cx="2697480" cy="35661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89320" y="1188720"/>
            <a:ext cx="269748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8" y="1280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ENGAGEMENT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9048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Guild Messages/dag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9048" y="1984248"/>
            <a:ext cx="1188720" cy="2286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9048" y="199339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FF88"/>
                </a:solidFill>
                <a:latin typeface="Calibri"/>
              </a:rPr>
              <a:t>≥ 10 per 100 users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9048" y="22219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Community vitaliteit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9048" y="24963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Raid Completions/week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9048" y="2788920"/>
            <a:ext cx="1188720" cy="2286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9048" y="279806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FF88"/>
                </a:solidFill>
                <a:latin typeface="Calibri"/>
              </a:rPr>
              <a:t>≥ 3 per user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9048" y="30266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Core loop gezondheid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9048" y="33009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Referral Rate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99048" y="3593592"/>
            <a:ext cx="1188720" cy="2286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99048" y="360273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FF88"/>
                </a:solidFill>
                <a:latin typeface="Calibri"/>
              </a:rPr>
              <a:t>≥ 15% van users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9048" y="383133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Organische groei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9048" y="41056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Alpha Report Completie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9048" y="4398264"/>
            <a:ext cx="1188720" cy="2286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99048" y="44074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FF88"/>
                </a:solidFill>
                <a:latin typeface="Calibri"/>
              </a:rPr>
              <a:t>≥ 50% op zondag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99048" y="463600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Check-in ritual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30303"/>
                </a:solidFill>
                <a:latin typeface="Calibri"/>
              </a:rPr>
              <a:t>TECHNISCHE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Van MVP naar Product-Grade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4023360" cy="166420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1234440"/>
            <a:ext cx="4023360" cy="166420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081528"/>
            <a:ext cx="4023360" cy="17373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3081528"/>
            <a:ext cx="4023360" cy="173736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618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A2A"/>
                </a:solidFill>
                <a:latin typeface="Calibri"/>
              </a:rPr>
              <a:t>🔥 NU DOEN — Kritiek (Week 1-2)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2618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800"/>
                </a:solidFill>
                <a:latin typeface="Calibri"/>
              </a:rPr>
              <a:t>⚡ SNEL DOEN — Hoog Impact (Week 3-4)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0FF"/>
                </a:solidFill>
                <a:latin typeface="Calibri"/>
              </a:rPr>
              <a:t>🎯 PLANNEN — Medium Impact (Month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1089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F88"/>
                </a:solidFill>
                <a:latin typeface="Calibri"/>
              </a:rPr>
              <a:t>💡 ROADMAP — Strategisch (Month 3+)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53619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Backend Gemini API proxy (security fix)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88366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Toast notificatie systeem (vervangt alerts)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Input validatie op alle formulieren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57860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Rate limiting op 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153619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Skeleton loading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188366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Referral validatie bij registratie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223113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Email dag 3/7/14 cron automatisering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257860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Pagination guild chat (performance)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38328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PostHog/Mixpanel analytics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3075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Admin MRR dashboard (live metrics)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07822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Base64 → Firebase Storage migratie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42569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Codex bibliotheek met INT-XP rewards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38328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Fenrir AI met volledige user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373075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Native app (Capacitor/Expo wrapper)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407822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B2B PT licentie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442569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→  Multi-tenancy voor studio's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1234440"/>
            <a:ext cx="91440" cy="358444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944368"/>
            <a:ext cx="8229600" cy="914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30303"/>
                </a:solidFill>
                <a:latin typeface="Calibri"/>
              </a:rPr>
              <a:t>DEZE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7 Concrete Acties voor Momentum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4206240" cy="859536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79" y="1417320"/>
            <a:ext cx="457200" cy="45720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3560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0303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13075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A2A"/>
                </a:solidFill>
                <a:latin typeface="Calibri"/>
              </a:rPr>
              <a:t>Deploy naar productie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160020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Vercel (frontend) + Railway (Express backend). Domain koppelen. SSL. Done.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94560"/>
            <a:ext cx="4206240" cy="859536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79" y="2377440"/>
            <a:ext cx="457200" cy="4572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39572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0303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22677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00"/>
                </a:solidFill>
                <a:latin typeface="Calibri"/>
              </a:rPr>
              <a:t>Firebase productie-config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7" y="25603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Nieuwe Firebase project. Productie Firestore rules. Stripe live keys.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154680"/>
            <a:ext cx="4206240" cy="859536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79" y="3337560"/>
            <a:ext cx="4572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35584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0303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7" y="32278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Toast systeem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7" y="35204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Vervang alle browser alerts door in-app RPG notifications (1 dag werk).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14800"/>
            <a:ext cx="4206240" cy="859536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79" y="4297680"/>
            <a:ext cx="457200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31596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0303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7" y="41879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0FF"/>
                </a:solidFill>
                <a:latin typeface="Calibri"/>
              </a:rPr>
              <a:t>Gemini API proxy fixen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4805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API key van client naar Express server. 1 endpoint, 30 minuten werk.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1234440"/>
            <a:ext cx="4206240" cy="859536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3479" y="1417320"/>
            <a:ext cx="457200" cy="45720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79" y="143560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0303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0407" y="13075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A2A"/>
                </a:solidFill>
                <a:latin typeface="Calibri"/>
              </a:rPr>
              <a:t>Landingspagina 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0407" y="160020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1-pagina HTML converter. Hero, features, pricing, CTA. A/B testen.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2194560"/>
            <a:ext cx="4206240" cy="859536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83479" y="2377440"/>
            <a:ext cx="457200" cy="4572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79" y="239572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0303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0407" y="22677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00"/>
                </a:solidFill>
                <a:latin typeface="Calibri"/>
              </a:rPr>
              <a:t>Eerste 10 beta users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0407" y="25603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DM in r/HeavyDuty, r/fitness, persoonlijk netwerk. Gratis Wolf-access.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3154680"/>
            <a:ext cx="4206240" cy="859536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83479" y="3337560"/>
            <a:ext cx="4572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79" y="335584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0303"/>
                </a:solidFill>
                <a:latin typeface="Calibr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50407" y="32278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Analytics opzetten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0407" y="35204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PostHog gratis tier. Track: signup, first workout, upgrade, churn events.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36576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2A2A"/>
                </a:solidFill>
                <a:latin typeface="Calibri"/>
              </a:rPr>
              <a:t>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9456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Impact"/>
              </a:rPr>
              <a:t>TIME TO
HUNT.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70332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AAAA"/>
                </a:solidFill>
                <a:latin typeface="Calibri"/>
              </a:rPr>
              <a:t>Product klaar. Markt wacht.
Enkel de jager ontbreekt.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4114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A2A"/>
                </a:solidFill>
                <a:latin typeface="Calibri"/>
              </a:rPr>
              <a:t>WAT NU?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005840"/>
            <a:ext cx="4389120" cy="7772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005840"/>
            <a:ext cx="45720" cy="7772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✅ WEEK 1: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3533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Deploy + Gemini fix + Toast systeem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965960"/>
            <a:ext cx="4389120" cy="7772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965960"/>
            <a:ext cx="45720" cy="7772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0FF"/>
                </a:solidFill>
                <a:latin typeface="Calibri"/>
              </a:rPr>
              <a:t>🎯 WEEK 2: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134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Landingspagina live + eerste 10 beta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926080"/>
            <a:ext cx="4389120" cy="7772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2926080"/>
            <a:ext cx="45720" cy="7772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971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00"/>
                </a:solidFill>
                <a:latin typeface="Calibri"/>
              </a:rPr>
              <a:t>📈 WEEK 3–4: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2735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50 users → doel €500 MRR bereiken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886200"/>
            <a:ext cx="4389120" cy="7772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886200"/>
            <a:ext cx="45720" cy="77724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931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A2A"/>
                </a:solidFill>
                <a:latin typeface="Calibri"/>
              </a:rPr>
              <a:t>🚀 MAAND 3: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2336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€2.000 MRR + eerste ambassador deal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09160"/>
            <a:ext cx="438912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7365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michael.j.metz93@gmail.com  ·  fitwolf.app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